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-1371600"/>
            <a:ext cx="4114800" cy="4114800"/>
          </a:xfrm>
          <a:prstGeom prst="ellipse">
            <a:avLst/>
          </a:prstGeom>
          <a:solidFill>
            <a:srgbClr val="C9A24A">
              <a:alpha val="8000"/>
            </a:srgbClr>
          </a:solidFill>
          <a:ln w="12700">
            <a:solidFill>
              <a:srgbClr val="C9A24A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48495" y="6492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spc="400" kern="0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Booker  · 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"/>
            <a:ext cx="365760" cy="182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BOOKER STUDIO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Books that sound like radio plays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«Emotionally dictated. Professionally mixed.»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for sponsors &amp; partners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-1371600"/>
            <a:ext cx="4114800" cy="4114800"/>
          </a:xfrm>
          <a:prstGeom prst="ellipse">
            <a:avLst/>
          </a:prstGeom>
          <a:solidFill>
            <a:srgbClr val="B85042">
              <a:alpha val="8000"/>
            </a:srgbClr>
          </a:solidFill>
          <a:ln w="12700">
            <a:solidFill>
              <a:srgbClr val="B85042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48495" y="6492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spc="400" kern="0" dirty="0">
                <a:solidFill>
                  <a:srgbClr val="5C4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Booker  · 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"/>
            <a:ext cx="365760" cy="182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1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books will never become audio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10789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audiobook production costs $3K–$15K per title — unaffordable for 90% of authors and publishers.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Single-voice AI narrations sound flat: no characters, no emotions, no atmosphere.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to another language doubles cost and time — most books stay monolingual.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Publishers and indie authors want audio but lack studios, actors, and sound engineers.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-1371600"/>
            <a:ext cx="4114800" cy="4114800"/>
          </a:xfrm>
          <a:prstGeom prst="ellipse">
            <a:avLst/>
          </a:prstGeom>
          <a:solidFill>
            <a:srgbClr val="B85042">
              <a:alpha val="8000"/>
            </a:srgbClr>
          </a:solidFill>
          <a:ln w="12700">
            <a:solidFill>
              <a:srgbClr val="B85042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48495" y="6492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spc="400" kern="0" dirty="0">
                <a:solidFill>
                  <a:srgbClr val="5C4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Booker  · 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"/>
            <a:ext cx="365760" cy="182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A1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Audiobooks — the fastest-growing publishing segment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36880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EAE0CE">
              <a:alpha val="50000"/>
            </a:srgbClr>
          </a:solidFill>
          <a:ln w="9525">
            <a:solidFill>
              <a:srgbClr val="B85042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4040" y="2423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$8.7B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74040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audiobook market 2024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4040" y="3840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$35B by 2030 (26% CAGR)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07512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EAE0CE">
              <a:alpha val="50000"/>
            </a:srgbClr>
          </a:solidFill>
          <a:ln w="9525">
            <a:solidFill>
              <a:srgbClr val="B85042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4672" y="2423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4M+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544672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titles published per year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44672" y="3840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5% get audio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8144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EAE0CE">
              <a:alpha val="50000"/>
            </a:srgbClr>
          </a:solidFill>
          <a:ln w="9525">
            <a:solidFill>
              <a:srgbClr val="B85042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5304" y="2423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50M+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315304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 authors on Amazon KDP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15304" y="3840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Booker target audience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48776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EAE0CE">
              <a:alpha val="50000"/>
            </a:srgbClr>
          </a:solidFill>
          <a:ln w="9525">
            <a:solidFill>
              <a:srgbClr val="B85042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85936" y="2423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7000+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085936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worldwide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85936" y="3840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books exist in only 1–2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4937760"/>
            <a:ext cx="36576" cy="1188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93776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C4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author and publisher is a potential customer. Every book is a potential audio play in dozens of languages.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-1371600"/>
            <a:ext cx="4114800" cy="4114800"/>
          </a:xfrm>
          <a:prstGeom prst="ellipse">
            <a:avLst/>
          </a:prstGeom>
          <a:solidFill>
            <a:srgbClr val="B85042">
              <a:alpha val="8000"/>
            </a:srgbClr>
          </a:solidFill>
          <a:ln w="12700">
            <a:solidFill>
              <a:srgbClr val="B85042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48495" y="6492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spc="400" kern="0" dirty="0">
                <a:solidFill>
                  <a:srgbClr val="5C4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Booker  · 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"/>
            <a:ext cx="365760" cy="182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1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Booker turns a PDF into a radio play with one click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10789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Parser: PDF/DOCX/FB2 → chapters → scenes with mood and tempo.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Profiler: AI builds psychological portraits of characters and casts voices.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voices: Yandex, ElevenLabs, SaluteSpeech, OpenAI — with emotional control.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Atmosphere &amp; SFX: AI-generated ambient sounds and music for every scene.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 timeline: mixer, EQ, reverb, mastering — like a pro studio.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translation: book in any language with a 5-axis quality radar.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-1371600"/>
            <a:ext cx="4114800" cy="4114800"/>
          </a:xfrm>
          <a:prstGeom prst="ellipse">
            <a:avLst/>
          </a:prstGeom>
          <a:solidFill>
            <a:srgbClr val="B85042">
              <a:alpha val="8000"/>
            </a:srgbClr>
          </a:solidFill>
          <a:ln w="12700">
            <a:solidFill>
              <a:srgbClr val="B85042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48495" y="6492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spc="400" kern="0" dirty="0">
                <a:solidFill>
                  <a:srgbClr val="5C4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Booker  · 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"/>
            <a:ext cx="365760" cy="182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A1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Local-first architecture. Compute on the user's device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36880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EAE0CE">
              <a:alpha val="50000"/>
            </a:srgbClr>
          </a:solidFill>
          <a:ln w="9525">
            <a:solidFill>
              <a:srgbClr val="B85042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4040" y="2423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OPFS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74040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Private File System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4040" y="3840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projects in user's browser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07512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EAE0CE">
              <a:alpha val="50000"/>
            </a:srgbClr>
          </a:solidFill>
          <a:ln w="9525">
            <a:solidFill>
              <a:srgbClr val="B85042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4672" y="2423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WebGPU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544672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Conversion + ONNX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44672" y="3840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RVC v2, F5-TTS, OmniVoice locally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8144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EAE0CE">
              <a:alpha val="50000"/>
            </a:srgbClr>
          </a:solidFill>
          <a:ln w="9525">
            <a:solidFill>
              <a:srgbClr val="B85042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5304" y="2423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315304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Edge Functions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15304" y="3840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layer for AI routing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48776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EAE0CE">
              <a:alpha val="50000"/>
            </a:srgbClr>
          </a:solidFill>
          <a:ln w="9525">
            <a:solidFill>
              <a:srgbClr val="B85042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85936" y="2423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$0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085936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cost per user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85936" y="3840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lifting on the client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4937760"/>
            <a:ext cx="36576" cy="1188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93776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C4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Stack: React + TypeScript + Tone.js + Web Audio API + ONNX Runtime Web + Supabase. Multi-provider TTS, AI Roles, Model Pools.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-1371600"/>
            <a:ext cx="4114800" cy="4114800"/>
          </a:xfrm>
          <a:prstGeom prst="ellipse">
            <a:avLst/>
          </a:prstGeom>
          <a:solidFill>
            <a:srgbClr val="B85042">
              <a:alpha val="8000"/>
            </a:srgbClr>
          </a:solidFill>
          <a:ln w="12700">
            <a:solidFill>
              <a:srgbClr val="B85042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48495" y="6492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spc="400" kern="0" dirty="0">
                <a:solidFill>
                  <a:srgbClr val="5C4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Booker  · 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"/>
            <a:ext cx="365760" cy="182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A1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per book approaches zero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36880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EAE0CE">
              <a:alpha val="50000"/>
            </a:srgbClr>
          </a:solidFill>
          <a:ln w="9525">
            <a:solidFill>
              <a:srgbClr val="B85042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4040" y="2423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74040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cost per book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4040" y="3840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 + Storage backup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07512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EAE0CE">
              <a:alpha val="50000"/>
            </a:srgbClr>
          </a:solidFill>
          <a:ln w="9525">
            <a:solidFill>
              <a:srgbClr val="B85042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4672" y="2423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$2-15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544672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provider per book (300 pages)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44672" y="3840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by user directly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8144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EAE0CE">
              <a:alpha val="50000"/>
            </a:srgbClr>
          </a:solidFill>
          <a:ln w="9525">
            <a:solidFill>
              <a:srgbClr val="B85042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5304" y="2423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$3000+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315304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benchmark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15304" y="3840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Booker is 200-1000x cheaper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48776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EAE0CE">
              <a:alpha val="50000"/>
            </a:srgbClr>
          </a:solidFill>
          <a:ln w="9525">
            <a:solidFill>
              <a:srgbClr val="B85042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85936" y="2423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90%+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085936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on premium subscription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85936" y="3840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$19-49/mo plans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4937760"/>
            <a:ext cx="36576" cy="1188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93776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C4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Local-first architecture = server costs don't scale with user count. A rare economic property for AI products.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-1371600"/>
            <a:ext cx="4114800" cy="4114800"/>
          </a:xfrm>
          <a:prstGeom prst="ellipse">
            <a:avLst/>
          </a:prstGeom>
          <a:solidFill>
            <a:srgbClr val="B85042">
              <a:alpha val="8000"/>
            </a:srgbClr>
          </a:solidFill>
          <a:ln w="12700">
            <a:solidFill>
              <a:srgbClr val="B85042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48495" y="6492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spc="400" kern="0" dirty="0">
                <a:solidFill>
                  <a:srgbClr val="5C4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Booker  · 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"/>
            <a:ext cx="365760" cy="182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1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already shipping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10789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parser → storyboard → synthesis → mastering → chapter render (WAV/MP3).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TTS providers, 6 AI roles, 40+ voices, psychotype-based character profiling.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Conversion (RVC v2 + WavLM) on WebGPU — in-browser voice cloning.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translation with Quality Radar (5 axes: meaning, rhythm, style, culture, phonetics).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booker-studio.lovable.app — try it right now.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audiobook catalog, voice marketplace, mobile app.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-1371600"/>
            <a:ext cx="4114800" cy="4114800"/>
          </a:xfrm>
          <a:prstGeom prst="ellipse">
            <a:avLst/>
          </a:prstGeom>
          <a:solidFill>
            <a:srgbClr val="C9A24A">
              <a:alpha val="8000"/>
            </a:srgbClr>
          </a:solidFill>
          <a:ln w="12700">
            <a:solidFill>
              <a:srgbClr val="C9A24A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48495" y="6492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spc="400" kern="0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Booker  · 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"/>
            <a:ext cx="365760" cy="182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CONTACT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looking for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769468" y="237744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5EDE0">
              <a:alpha val="12000"/>
            </a:srgbClr>
          </a:solidFill>
          <a:ln w="9525">
            <a:solidFill>
              <a:srgbClr val="C9A24A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8068" y="25146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 and grant providers — to accelerate development and grow the catalog.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0148" y="237744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5EDE0">
              <a:alpha val="12000"/>
            </a:srgbClr>
          </a:solidFill>
          <a:ln w="9525">
            <a:solidFill>
              <a:srgbClr val="C9A24A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8748" y="25146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partners — for pilot audio-localization projects.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9468" y="388620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5EDE0">
              <a:alpha val="12000"/>
            </a:srgbClr>
          </a:solidFill>
          <a:ln w="9525">
            <a:solidFill>
              <a:srgbClr val="C9A24A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8068" y="40233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actors — to expand the voice marketplace.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0148" y="388620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5EDE0">
              <a:alpha val="12000"/>
            </a:srgbClr>
          </a:solidFill>
          <a:ln w="9525">
            <a:solidFill>
              <a:srgbClr val="C9A24A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8748" y="40233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and ideas — we're open to dialogue.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C9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booker-studio.lovable.app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Booker — Sponsor Pitch</dc:title>
  <dc:subject>PptxGenJS Presentation</dc:subject>
  <dc:creator>AI Booker Studio</dc:creator>
  <cp:lastModifiedBy>AI Booker Studio</cp:lastModifiedBy>
  <cp:revision>1</cp:revision>
  <dcterms:created xsi:type="dcterms:W3CDTF">2026-04-18T17:15:35Z</dcterms:created>
  <dcterms:modified xsi:type="dcterms:W3CDTF">2026-04-18T17:15:35Z</dcterms:modified>
</cp:coreProperties>
</file>